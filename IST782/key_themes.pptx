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619695"/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2D2D4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Technical breadth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</a:rPr>
                        <a:t>SQL, Python, PySpark, Hugging Face, SBERT, Django/React, LLM fine-tuning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AI-augmented development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</a:rPr>
                        <a:t>Claude Code as pair programming partner; architect + typist model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Engineering discipline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</a:rPr>
                        <a:t>TDD, small increments, regression tests, linters, type checkers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Resource allocation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</a:rPr>
                        <a:t>Traditional classifiers where compute-constrained; LLMs where uniquely capable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Active learning pipeline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</a:rPr>
                        <a:t>Human labels → LLM labeling → human correction → iteration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Technical leadership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</a:rPr>
                        <a:t>Cross-company open source coordination; XP Planning Game; aligning team desires with project needs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274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Themes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