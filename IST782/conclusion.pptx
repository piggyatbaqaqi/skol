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Three projects demonstrating applied data science across SQL, text mining, NLP, and ML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Name Navigator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Cultural awareness in name representation using SQL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Sugar Bowl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Novel Glycemic Increment (G+) metric for individualized medicine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Text mining of meal descriptions to predict blood sugar impact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Synoptic Key of Life (SKOL)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Opening mycological literature to amateurs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SBERT embeddings for semantic search of species descriptions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Mistral 7b for structured feature extraction with constrained decoding</a:t>
            </a:r>
          </a:p>
          <a:p>
            <a:pPr lvl="1">
              <a:spcBef>
                <a:spcPts val="400"/>
              </a:spcBef>
              <a:defRPr sz="2000">
                <a:solidFill>
                  <a:srgbClr val="CCCCCC"/>
                </a:solidFill>
              </a:defRPr>
            </a:pPr>
            <a:r>
              <a:t>Full-stack web application (Django + React) in alpha test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All projects use open data and open source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