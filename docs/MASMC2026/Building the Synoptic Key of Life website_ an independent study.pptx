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embeddedFontLst>
    <p:embeddedFont>
      <p:font typeface="Century Gothic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hLaApqZnyqMaU68D5LNnWX1e/s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CenturyGothic-regular.fntdata"/><Relationship Id="rId14" Type="http://schemas.openxmlformats.org/officeDocument/2006/relationships/slide" Target="slides/slide10.xml"/><Relationship Id="rId17" Type="http://schemas.openxmlformats.org/officeDocument/2006/relationships/font" Target="fonts/CenturyGothic-italic.fntdata"/><Relationship Id="rId16" Type="http://schemas.openxmlformats.org/officeDocument/2006/relationships/font" Target="fonts/CenturyGothic-bold.fntdata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font" Target="fonts/CenturyGothic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5945c5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g3cd5945c5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LeMonte</a:t>
            </a:r>
            <a:endParaRPr/>
          </a:p>
        </p:txBody>
      </p:sp>
      <p:sp>
        <p:nvSpPr>
          <p:cNvPr id="150" name="Google Shape;150;g3cd5945c57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d5945c579_0_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g3cd5945c579_0_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g3cd5945c579_0_5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d5945c579_0_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cd5945c579_0_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4" name="Google Shape;174;g3cd5945c579_0_6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cd5945c579_0_10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g3cd5945c579_0_10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1" name="Google Shape;181;g3cd5945c579_0_10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d5945c579_0_1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g3cd5945c579_0_1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8" name="Google Shape;188;g3cd5945c579_0_1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cdd6918556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g3cdd6918556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g3cdd6918556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cd5945c579_0_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g3cd5945c579_0_1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2" name="Google Shape;202;g3cd5945c579_0_1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cd5945c579_0_1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g3cd5945c579_0_1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" name="Google Shape;210;g3cd5945c579_0_1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d6918556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g3cdd6918556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7" name="Google Shape;217;g3cdd6918556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cd5945c579_0_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g3cd5945c579_0_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LeMonte</a:t>
            </a:r>
            <a:endParaRPr/>
          </a:p>
        </p:txBody>
      </p:sp>
      <p:sp>
        <p:nvSpPr>
          <p:cNvPr id="225" name="Google Shape;225;g3cd5945c579_0_7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type="ctrTitle"/>
          </p:nvPr>
        </p:nvSpPr>
        <p:spPr>
          <a:xfrm>
            <a:off x="1154955" y="1447800"/>
            <a:ext cx="8825658" cy="332958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Century Gothic"/>
              <a:buNone/>
              <a:defRPr sz="7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"/>
          <p:cNvSpPr txBox="1"/>
          <p:nvPr>
            <p:ph idx="1" type="subTitle"/>
          </p:nvPr>
        </p:nvSpPr>
        <p:spPr>
          <a:xfrm>
            <a:off x="1154955" y="4777380"/>
            <a:ext cx="8825658" cy="8614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cap="none">
                <a:solidFill>
                  <a:srgbClr val="86D1D8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7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" type="body"/>
          </p:nvPr>
        </p:nvSpPr>
        <p:spPr>
          <a:xfrm>
            <a:off x="1103313" y="1905000"/>
            <a:ext cx="439633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30" name="Google Shape;30;p11"/>
          <p:cNvSpPr txBox="1"/>
          <p:nvPr>
            <p:ph idx="2" type="body"/>
          </p:nvPr>
        </p:nvSpPr>
        <p:spPr>
          <a:xfrm>
            <a:off x="1103312" y="2514600"/>
            <a:ext cx="4396339" cy="37417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31" name="Google Shape;31;p11"/>
          <p:cNvSpPr txBox="1"/>
          <p:nvPr>
            <p:ph idx="3" type="body"/>
          </p:nvPr>
        </p:nvSpPr>
        <p:spPr>
          <a:xfrm>
            <a:off x="5654495" y="1905000"/>
            <a:ext cx="439633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32" name="Google Shape;32;p11"/>
          <p:cNvSpPr txBox="1"/>
          <p:nvPr>
            <p:ph idx="4" type="body"/>
          </p:nvPr>
        </p:nvSpPr>
        <p:spPr>
          <a:xfrm>
            <a:off x="5654495" y="2514600"/>
            <a:ext cx="4396339" cy="37417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33" name="Google Shape;33;p11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1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" type="body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1154956" y="2861733"/>
            <a:ext cx="8825657" cy="19156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1154955" y="4777381"/>
            <a:ext cx="882565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12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1103312" y="2060575"/>
            <a:ext cx="4396339" cy="4195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5654493" y="2056092"/>
            <a:ext cx="4396341" cy="42002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52" name="Google Shape;52;p13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1154953" y="1447800"/>
            <a:ext cx="3401064" cy="144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body"/>
          </p:nvPr>
        </p:nvSpPr>
        <p:spPr>
          <a:xfrm>
            <a:off x="4784616" y="1447800"/>
            <a:ext cx="5195997" cy="45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►"/>
              <a:defRPr sz="2000"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2pPr>
            <a:lvl3pPr indent="-30988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3pPr>
            <a:lvl4pPr indent="-299719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4pPr>
            <a:lvl5pPr indent="-29972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5pPr>
            <a:lvl6pPr indent="-29972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6pPr>
            <a:lvl7pPr indent="-29972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7pPr>
            <a:lvl8pPr indent="-29972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8pPr>
            <a:lvl9pPr indent="-29972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9pPr>
          </a:lstStyle>
          <a:p/>
        </p:txBody>
      </p:sp>
      <p:sp>
        <p:nvSpPr>
          <p:cNvPr id="67" name="Google Shape;67;p16"/>
          <p:cNvSpPr txBox="1"/>
          <p:nvPr>
            <p:ph idx="2" type="body"/>
          </p:nvPr>
        </p:nvSpPr>
        <p:spPr>
          <a:xfrm>
            <a:off x="1154953" y="3129280"/>
            <a:ext cx="3401063" cy="2895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68" name="Google Shape;68;p16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/>
          <p:nvPr>
            <p:ph type="title"/>
          </p:nvPr>
        </p:nvSpPr>
        <p:spPr>
          <a:xfrm>
            <a:off x="1153907" y="1854192"/>
            <a:ext cx="5092906" cy="157480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7"/>
          <p:cNvSpPr/>
          <p:nvPr>
            <p:ph idx="2" type="pic"/>
          </p:nvPr>
        </p:nvSpPr>
        <p:spPr>
          <a:xfrm>
            <a:off x="6949546" y="1143000"/>
            <a:ext cx="3200400" cy="4572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352"/>
              </a:srgbClr>
            </a:outerShdw>
          </a:effectLst>
        </p:spPr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1154954" y="3657600"/>
            <a:ext cx="5084979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amic Picture with Caption">
  <p:cSld name="Panoramic Picture with Caption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1154956" y="4800587"/>
            <a:ext cx="8825657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/>
          <p:nvPr>
            <p:ph idx="2" type="pic"/>
          </p:nvPr>
        </p:nvSpPr>
        <p:spPr>
          <a:xfrm>
            <a:off x="1154955" y="685800"/>
            <a:ext cx="8825658" cy="3640666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352"/>
              </a:srgbClr>
            </a:outerShdw>
          </a:effectLst>
        </p:spPr>
      </p:sp>
      <p:sp>
        <p:nvSpPr>
          <p:cNvPr id="81" name="Google Shape;81;p18"/>
          <p:cNvSpPr txBox="1"/>
          <p:nvPr>
            <p:ph idx="1" type="body"/>
          </p:nvPr>
        </p:nvSpPr>
        <p:spPr>
          <a:xfrm>
            <a:off x="1154956" y="5367325"/>
            <a:ext cx="8825656" cy="493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>
  <p:cSld name="Title and Caption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1154954" y="1447800"/>
            <a:ext cx="8825659" cy="19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entury Gothic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1154954" y="3657600"/>
            <a:ext cx="8825659" cy="23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88" name="Google Shape;88;p19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>
  <p:cSld name="Quote with Ca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>
            <p:ph type="title"/>
          </p:nvPr>
        </p:nvSpPr>
        <p:spPr>
          <a:xfrm>
            <a:off x="1574801" y="1447800"/>
            <a:ext cx="7999315" cy="23233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entury Gothic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20"/>
          <p:cNvSpPr txBox="1"/>
          <p:nvPr>
            <p:ph idx="1" type="body"/>
          </p:nvPr>
        </p:nvSpPr>
        <p:spPr>
          <a:xfrm>
            <a:off x="1930400" y="3771174"/>
            <a:ext cx="7279649" cy="342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b="0" i="0" sz="1400" cap="small">
                <a:solidFill>
                  <a:srgbClr val="86D1D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4" name="Google Shape;94;p20"/>
          <p:cNvSpPr txBox="1"/>
          <p:nvPr>
            <p:ph idx="2" type="body"/>
          </p:nvPr>
        </p:nvSpPr>
        <p:spPr>
          <a:xfrm>
            <a:off x="1154954" y="4350657"/>
            <a:ext cx="8825659" cy="16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5" name="Google Shape;95;p20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8" name="Google Shape;98;p20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200"/>
              <a:buFont typeface="Arial"/>
              <a:buNone/>
            </a:pPr>
            <a:r>
              <a:rPr b="0" i="0" lang="en-US" sz="12200" u="none" cap="none" strike="noStrike">
                <a:solidFill>
                  <a:srgbClr val="86D1D8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200"/>
              <a:buFont typeface="Arial"/>
              <a:buNone/>
            </a:pPr>
            <a:r>
              <a:rPr b="0" i="0" lang="en-US" sz="12200" u="none" cap="none" strike="noStrike">
                <a:solidFill>
                  <a:srgbClr val="86D1D8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>
  <p:cSld name="Name Card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1154954" y="3124201"/>
            <a:ext cx="8825660" cy="1653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1154954" y="4777381"/>
            <a:ext cx="8825659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">
  <p:cSld name="3 Colum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" type="body"/>
          </p:nvPr>
        </p:nvSpPr>
        <p:spPr>
          <a:xfrm>
            <a:off x="632947" y="1981200"/>
            <a:ext cx="2946866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9" name="Google Shape;109;p22"/>
          <p:cNvSpPr txBox="1"/>
          <p:nvPr>
            <p:ph idx="2" type="body"/>
          </p:nvPr>
        </p:nvSpPr>
        <p:spPr>
          <a:xfrm>
            <a:off x="652463" y="2667000"/>
            <a:ext cx="2927350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10" name="Google Shape;110;p22"/>
          <p:cNvSpPr txBox="1"/>
          <p:nvPr>
            <p:ph idx="3" type="body"/>
          </p:nvPr>
        </p:nvSpPr>
        <p:spPr>
          <a:xfrm>
            <a:off x="3883659" y="1981200"/>
            <a:ext cx="2936241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11" name="Google Shape;111;p22"/>
          <p:cNvSpPr txBox="1"/>
          <p:nvPr>
            <p:ph idx="4" type="body"/>
          </p:nvPr>
        </p:nvSpPr>
        <p:spPr>
          <a:xfrm>
            <a:off x="3873106" y="2667000"/>
            <a:ext cx="2946794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12" name="Google Shape;112;p22"/>
          <p:cNvSpPr txBox="1"/>
          <p:nvPr>
            <p:ph idx="5" type="body"/>
          </p:nvPr>
        </p:nvSpPr>
        <p:spPr>
          <a:xfrm>
            <a:off x="7124700" y="1981200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13" name="Google Shape;113;p22"/>
          <p:cNvSpPr txBox="1"/>
          <p:nvPr>
            <p:ph idx="6" type="body"/>
          </p:nvPr>
        </p:nvSpPr>
        <p:spPr>
          <a:xfrm>
            <a:off x="7124700" y="2667000"/>
            <a:ext cx="2932113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114" name="Google Shape;114;p22"/>
          <p:cNvCxnSpPr/>
          <p:nvPr/>
        </p:nvCxnSpPr>
        <p:spPr>
          <a:xfrm>
            <a:off x="3726142" y="2133600"/>
            <a:ext cx="0" cy="3962400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2"/>
          <p:cNvCxnSpPr/>
          <p:nvPr/>
        </p:nvCxnSpPr>
        <p:spPr>
          <a:xfrm>
            <a:off x="6962227" y="2133600"/>
            <a:ext cx="0" cy="3966882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" name="Google Shape;116;p22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2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icture Column">
  <p:cSld name="3 Picture Column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652463" y="4250949"/>
            <a:ext cx="294005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2" name="Google Shape;122;p23"/>
          <p:cNvSpPr/>
          <p:nvPr>
            <p:ph idx="2" type="pic"/>
          </p:nvPr>
        </p:nvSpPr>
        <p:spPr>
          <a:xfrm>
            <a:off x="652463" y="2209800"/>
            <a:ext cx="2940050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352"/>
              </a:srgbClr>
            </a:outerShdw>
          </a:effectLst>
        </p:spPr>
      </p:sp>
      <p:sp>
        <p:nvSpPr>
          <p:cNvPr id="123" name="Google Shape;123;p23"/>
          <p:cNvSpPr txBox="1"/>
          <p:nvPr>
            <p:ph idx="3" type="body"/>
          </p:nvPr>
        </p:nvSpPr>
        <p:spPr>
          <a:xfrm>
            <a:off x="652463" y="4827211"/>
            <a:ext cx="2940050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4" name="Google Shape;124;p23"/>
          <p:cNvSpPr txBox="1"/>
          <p:nvPr>
            <p:ph idx="4" type="body"/>
          </p:nvPr>
        </p:nvSpPr>
        <p:spPr>
          <a:xfrm>
            <a:off x="3889375" y="4250949"/>
            <a:ext cx="293052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5" name="Google Shape;125;p23"/>
          <p:cNvSpPr/>
          <p:nvPr>
            <p:ph idx="5" type="pic"/>
          </p:nvPr>
        </p:nvSpPr>
        <p:spPr>
          <a:xfrm>
            <a:off x="3889374" y="2209800"/>
            <a:ext cx="2930525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352"/>
              </a:srgbClr>
            </a:outerShdw>
          </a:effectLst>
        </p:spPr>
      </p:sp>
      <p:sp>
        <p:nvSpPr>
          <p:cNvPr id="126" name="Google Shape;126;p23"/>
          <p:cNvSpPr txBox="1"/>
          <p:nvPr>
            <p:ph idx="6" type="body"/>
          </p:nvPr>
        </p:nvSpPr>
        <p:spPr>
          <a:xfrm>
            <a:off x="3888022" y="4827210"/>
            <a:ext cx="2934406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7" name="Google Shape;127;p23"/>
          <p:cNvSpPr txBox="1"/>
          <p:nvPr>
            <p:ph idx="7" type="body"/>
          </p:nvPr>
        </p:nvSpPr>
        <p:spPr>
          <a:xfrm>
            <a:off x="7124700" y="4250949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8" name="Google Shape;128;p23"/>
          <p:cNvSpPr/>
          <p:nvPr>
            <p:ph idx="8" type="pic"/>
          </p:nvPr>
        </p:nvSpPr>
        <p:spPr>
          <a:xfrm>
            <a:off x="7124699" y="2209800"/>
            <a:ext cx="2932113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352"/>
              </a:srgbClr>
            </a:outerShdw>
          </a:effectLst>
        </p:spPr>
      </p:sp>
      <p:sp>
        <p:nvSpPr>
          <p:cNvPr id="129" name="Google Shape;129;p23"/>
          <p:cNvSpPr txBox="1"/>
          <p:nvPr>
            <p:ph idx="9" type="body"/>
          </p:nvPr>
        </p:nvSpPr>
        <p:spPr>
          <a:xfrm>
            <a:off x="7124575" y="4827208"/>
            <a:ext cx="2935997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130" name="Google Shape;130;p23"/>
          <p:cNvCxnSpPr/>
          <p:nvPr/>
        </p:nvCxnSpPr>
        <p:spPr>
          <a:xfrm>
            <a:off x="3726142" y="2133600"/>
            <a:ext cx="0" cy="3962400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1" name="Google Shape;131;p23"/>
          <p:cNvCxnSpPr/>
          <p:nvPr/>
        </p:nvCxnSpPr>
        <p:spPr>
          <a:xfrm>
            <a:off x="6962227" y="2133600"/>
            <a:ext cx="0" cy="3966882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23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23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4"/>
          <p:cNvSpPr txBox="1"/>
          <p:nvPr>
            <p:ph idx="1" type="body"/>
          </p:nvPr>
        </p:nvSpPr>
        <p:spPr>
          <a:xfrm rot="5400000">
            <a:off x="3478842" y="-322612"/>
            <a:ext cx="4195481" cy="89465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8" name="Google Shape;138;p24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24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/>
          <p:nvPr>
            <p:ph type="title"/>
          </p:nvPr>
        </p:nvSpPr>
        <p:spPr>
          <a:xfrm rot="5400000">
            <a:off x="6267450" y="2466975"/>
            <a:ext cx="5826125" cy="17526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5"/>
          <p:cNvSpPr txBox="1"/>
          <p:nvPr>
            <p:ph idx="1" type="body"/>
          </p:nvPr>
        </p:nvSpPr>
        <p:spPr>
          <a:xfrm rot="5400000">
            <a:off x="1679576" y="-139699"/>
            <a:ext cx="5368924" cy="7423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4" name="Google Shape;144;p25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5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6.xml"/><Relationship Id="rId22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5.xml"/><Relationship Id="rId21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8.xml"/><Relationship Id="rId12" Type="http://schemas.openxmlformats.org/officeDocument/2006/relationships/slideLayout" Target="../slideLayouts/slideLayout7.xml"/><Relationship Id="rId23" Type="http://schemas.openxmlformats.org/officeDocument/2006/relationships/theme" Target="../theme/theme1.xml"/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9" Type="http://schemas.openxmlformats.org/officeDocument/2006/relationships/slideLayout" Target="../slideLayouts/slideLayout4.xml"/><Relationship Id="rId15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9.xml"/><Relationship Id="rId17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11.xml"/><Relationship Id="rId5" Type="http://schemas.openxmlformats.org/officeDocument/2006/relationships/image" Target="../media/image9.png"/><Relationship Id="rId19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.xml"/><Relationship Id="rId18" Type="http://schemas.openxmlformats.org/officeDocument/2006/relationships/slideLayout" Target="../slideLayouts/slideLayout13.xml"/><Relationship Id="rId7" Type="http://schemas.openxmlformats.org/officeDocument/2006/relationships/slideLayout" Target="../slideLayouts/slideLayout2.xml"/><Relationship Id="rId8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3613" r="0" t="0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6"/>
          <p:cNvPicPr preferRelativeResize="0"/>
          <p:nvPr/>
        </p:nvPicPr>
        <p:blipFill rotWithShape="1">
          <a:blip r:embed="rId3">
            <a:alphaModFix/>
          </a:blip>
          <a:srcRect b="0" l="35640" r="0" t="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6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>
            <a:gsLst>
              <a:gs pos="0">
                <a:srgbClr val="4CB9C3">
                  <a:alpha val="6274"/>
                </a:srgbClr>
              </a:gs>
              <a:gs pos="36000">
                <a:srgbClr val="4CB9C3">
                  <a:alpha val="5490"/>
                </a:srgbClr>
              </a:gs>
              <a:gs pos="69000">
                <a:srgbClr val="4CB9C3">
                  <a:alpha val="0"/>
                </a:srgbClr>
              </a:gs>
              <a:gs pos="100000">
                <a:srgbClr val="4CB9C3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4">
            <a:alphaModFix/>
          </a:blip>
          <a:srcRect b="0" l="0" r="0" t="28812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5">
            <a:alphaModFix/>
          </a:blip>
          <a:srcRect b="23320" l="0" r="0" t="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31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6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b="0" i="0" sz="4200" u="none" cap="none" strike="noStrik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6"/>
          <p:cNvSpPr txBox="1"/>
          <p:nvPr>
            <p:ph idx="1" type="body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600"/>
              <a:buFont typeface="Noto Sans Symbols"/>
              <a:buChar char="►"/>
              <a:def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004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0988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99719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9972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29972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29972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29972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29972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8" name="Google Shape;18;p6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9" name="Google Shape;19;p6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20" name="Google Shape;20;p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6"/>
    <p:sldLayoutId id="2147483650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0" r:id="rId17"/>
    <p:sldLayoutId id="2147483661" r:id="rId18"/>
    <p:sldLayoutId id="2147483662" r:id="rId19"/>
    <p:sldLayoutId id="2147483663" r:id="rId20"/>
    <p:sldLayoutId id="2147483664" r:id="rId21"/>
    <p:sldLayoutId id="2147483665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9.png"/><Relationship Id="rId8" Type="http://schemas.openxmlformats.org/officeDocument/2006/relationships/image" Target="../media/image1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9.png"/><Relationship Id="rId8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g3cd5945c579_0_0"/>
          <p:cNvPicPr preferRelativeResize="0"/>
          <p:nvPr/>
        </p:nvPicPr>
        <p:blipFill rotWithShape="1">
          <a:blip r:embed="rId4">
            <a:alphaModFix/>
          </a:blip>
          <a:srcRect b="0" l="3614" r="0" t="0"/>
          <a:stretch/>
        </p:blipFill>
        <p:spPr>
          <a:xfrm>
            <a:off x="0" y="2669685"/>
            <a:ext cx="4037011" cy="41883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g3cd5945c579_0_0"/>
          <p:cNvPicPr preferRelativeResize="0"/>
          <p:nvPr/>
        </p:nvPicPr>
        <p:blipFill rotWithShape="1">
          <a:blip r:embed="rId5">
            <a:alphaModFix/>
          </a:blip>
          <a:srcRect b="0" l="35642" r="0" t="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g3cd5945c579_0_0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>
            <a:gsLst>
              <a:gs pos="0">
                <a:srgbClr val="4CB9C3">
                  <a:alpha val="6274"/>
                </a:srgbClr>
              </a:gs>
              <a:gs pos="36000">
                <a:srgbClr val="4CB9C3">
                  <a:alpha val="5490"/>
                </a:srgbClr>
              </a:gs>
              <a:gs pos="69000">
                <a:srgbClr val="4CB9C3">
                  <a:alpha val="0"/>
                </a:srgbClr>
              </a:gs>
              <a:gs pos="100000">
                <a:srgbClr val="4CB9C3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55" name="Google Shape;155;g3cd5945c579_0_0"/>
          <p:cNvPicPr preferRelativeResize="0"/>
          <p:nvPr/>
        </p:nvPicPr>
        <p:blipFill rotWithShape="1">
          <a:blip r:embed="rId6">
            <a:alphaModFix/>
          </a:blip>
          <a:srcRect b="0" l="0" r="0" t="28810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3cd5945c579_0_0"/>
          <p:cNvPicPr preferRelativeResize="0"/>
          <p:nvPr/>
        </p:nvPicPr>
        <p:blipFill rotWithShape="1">
          <a:blip r:embed="rId7">
            <a:alphaModFix/>
          </a:blip>
          <a:srcRect b="23319" l="0" r="0" t="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cd5945c579_0_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313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8" name="Google Shape;158;g3cd5945c579_0_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9" name="Google Shape;159;g3cd5945c579_0_0"/>
          <p:cNvSpPr txBox="1"/>
          <p:nvPr>
            <p:ph type="ctrTitle"/>
          </p:nvPr>
        </p:nvSpPr>
        <p:spPr>
          <a:xfrm>
            <a:off x="648921" y="629275"/>
            <a:ext cx="11202600" cy="162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BEB"/>
              </a:buClr>
              <a:buSzPct val="58333"/>
              <a:buFont typeface="Century Gothic"/>
              <a:buNone/>
            </a:pPr>
            <a:r>
              <a:rPr lang="en-US"/>
              <a:t>Building the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BEB"/>
              </a:buClr>
              <a:buSzPct val="58333"/>
              <a:buFont typeface="Century Gothic"/>
              <a:buNone/>
            </a:pPr>
            <a:r>
              <a:rPr lang="en-US"/>
              <a:t>Synoptic Key of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BEB"/>
              </a:buClr>
              <a:buSzPct val="58333"/>
              <a:buFont typeface="Century Gothic"/>
              <a:buNone/>
            </a:pPr>
            <a:r>
              <a:rPr lang="en-US"/>
              <a:t>Life website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BEB"/>
              </a:buClr>
              <a:buSzPct val="58332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160" name="Google Shape;160;g3cd5945c579_0_0"/>
          <p:cNvSpPr txBox="1"/>
          <p:nvPr>
            <p:ph idx="1" type="subTitle"/>
          </p:nvPr>
        </p:nvSpPr>
        <p:spPr>
          <a:xfrm>
            <a:off x="648925" y="3709650"/>
            <a:ext cx="6188100" cy="21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431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►"/>
            </a:pPr>
            <a:r>
              <a:rPr lang="en-US">
                <a:solidFill>
                  <a:schemeClr val="lt1"/>
                </a:solidFill>
              </a:rPr>
              <a:t>La Monte Henry Piggy Yarroll</a:t>
            </a:r>
            <a:endParaRPr>
              <a:solidFill>
                <a:schemeClr val="lt1"/>
              </a:solidFill>
            </a:endParaRPr>
          </a:p>
          <a:p>
            <a:pPr indent="-431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►"/>
            </a:pPr>
            <a:r>
              <a:rPr lang="en-US">
                <a:solidFill>
                  <a:schemeClr val="lt1"/>
                </a:solidFill>
              </a:rPr>
              <a:t>MASMC 2026</a:t>
            </a:r>
            <a:endParaRPr>
              <a:solidFill>
                <a:schemeClr val="lt1"/>
              </a:solidFill>
            </a:endParaRPr>
          </a:p>
          <a:p>
            <a:pPr indent="-431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►"/>
            </a:pPr>
            <a:r>
              <a:rPr lang="en-US">
                <a:solidFill>
                  <a:schemeClr val="lt1"/>
                </a:solidFill>
              </a:rPr>
              <a:t>2026-04-25</a:t>
            </a:r>
            <a:endParaRPr>
              <a:solidFill>
                <a:schemeClr val="lt1"/>
              </a:solidFill>
            </a:endParaRPr>
          </a:p>
          <a:p>
            <a:pPr indent="-431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►"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North Carolina Agricultural and Technical State (NCA&amp;T) University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/>
          </a:p>
        </p:txBody>
      </p:sp>
      <p:sp>
        <p:nvSpPr>
          <p:cNvPr id="161" name="Google Shape;161;g3cd5945c579_0_0"/>
          <p:cNvSpPr/>
          <p:nvPr/>
        </p:nvSpPr>
        <p:spPr>
          <a:xfrm>
            <a:off x="7015974" y="-1"/>
            <a:ext cx="559472" cy="3709642"/>
          </a:xfrm>
          <a:custGeom>
            <a:rect b="b" l="l" r="r" t="t"/>
            <a:pathLst>
              <a:path extrusionOk="0" h="3709642" w="55947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lt1">
              <a:alpha val="20000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2" name="Google Shape;162;g3cd5945c579_0_0"/>
          <p:cNvSpPr txBox="1"/>
          <p:nvPr/>
        </p:nvSpPr>
        <p:spPr>
          <a:xfrm>
            <a:off x="1280800" y="3599225"/>
            <a:ext cx="9338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63" name="Google Shape;163;g3cd5945c579_0_0"/>
          <p:cNvPicPr preferRelativeResize="0"/>
          <p:nvPr/>
        </p:nvPicPr>
        <p:blipFill rotWithShape="1">
          <a:blip r:embed="rId8">
            <a:alphaModFix/>
          </a:blip>
          <a:srcRect b="0" l="27006" r="32286" t="0"/>
          <a:stretch/>
        </p:blipFill>
        <p:spPr>
          <a:xfrm>
            <a:off x="7229175" y="1"/>
            <a:ext cx="4963245" cy="6858001"/>
          </a:xfrm>
          <a:custGeom>
            <a:rect b="b" l="l" r="r" t="t"/>
            <a:pathLst>
              <a:path extrusionOk="0" h="6858001" w="4963245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d5945c579_0_56"/>
          <p:cNvSpPr txBox="1"/>
          <p:nvPr/>
        </p:nvSpPr>
        <p:spPr>
          <a:xfrm>
            <a:off x="374775" y="649550"/>
            <a:ext cx="1032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SKOL Architecture by Implementation </a:t>
            </a:r>
            <a:r>
              <a:rPr lang="en-US" sz="3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Project</a:t>
            </a: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(1 of 2)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70" name="Google Shape;170;g3cd5945c579_0_56" title="skol_architecture_by_subproject_lef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145600"/>
            <a:ext cx="11887200" cy="2784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d5945c579_0_60"/>
          <p:cNvSpPr txBox="1"/>
          <p:nvPr/>
        </p:nvSpPr>
        <p:spPr>
          <a:xfrm>
            <a:off x="604725" y="389100"/>
            <a:ext cx="102807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SKOL Architecture by Implementation </a:t>
            </a:r>
            <a:r>
              <a:rPr lang="en-US" sz="3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Project</a:t>
            </a: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(2 of 2)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77" name="Google Shape;177;g3cd5945c579_0_60" title="skol_architecture_by_subproject_righ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43875"/>
            <a:ext cx="11887200" cy="4201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g3cd5945c579_0_106" title="skol_u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4425" y="1134600"/>
            <a:ext cx="9162998" cy="5546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cd5945c579_0_106"/>
          <p:cNvSpPr txBox="1"/>
          <p:nvPr/>
        </p:nvSpPr>
        <p:spPr>
          <a:xfrm>
            <a:off x="1204325" y="197600"/>
            <a:ext cx="9069000" cy="7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Search Page (showing JSON Feature Tool)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g3cd5945c579_0_126" title="skol_search_result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49327" y="984600"/>
            <a:ext cx="6849627" cy="5621076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3cd5945c579_0_126"/>
          <p:cNvSpPr txBox="1"/>
          <p:nvPr/>
        </p:nvSpPr>
        <p:spPr>
          <a:xfrm>
            <a:off x="1104400" y="210100"/>
            <a:ext cx="5484000" cy="6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Search Results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g3cdd6918556_0_0" title="skol_vocabulary_features_tool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16600" y="1076325"/>
            <a:ext cx="4657725" cy="470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3cdd6918556_0_0"/>
          <p:cNvSpPr txBox="1"/>
          <p:nvPr/>
        </p:nvSpPr>
        <p:spPr>
          <a:xfrm>
            <a:off x="1215950" y="243200"/>
            <a:ext cx="7636200" cy="5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Vocabulary Feature Tool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g3cd5945c579_0_130" title="skol_json_features_tool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59425" y="1323975"/>
            <a:ext cx="5343525" cy="537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g3cd5945c579_0_130" title="skol_text_features_tool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750" y="161925"/>
            <a:ext cx="4572000" cy="6534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g3cd5945c579_0_130"/>
          <p:cNvSpPr txBox="1"/>
          <p:nvPr/>
        </p:nvSpPr>
        <p:spPr>
          <a:xfrm>
            <a:off x="4967900" y="243200"/>
            <a:ext cx="53436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 and JSON Feature tools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g3cd5945c579_0_121" title="skol_metric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07388" y="1459275"/>
            <a:ext cx="4377225" cy="4934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g3cd5945c579_0_121"/>
          <p:cNvSpPr txBox="1"/>
          <p:nvPr/>
        </p:nvSpPr>
        <p:spPr>
          <a:xfrm>
            <a:off x="1616550" y="210100"/>
            <a:ext cx="7132800" cy="8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Metrics Description Tool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g3cdd6918556_0_6" title="skol_setting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34650" y="152400"/>
            <a:ext cx="2358932" cy="6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g3cdd6918556_0_6"/>
          <p:cNvSpPr txBox="1"/>
          <p:nvPr/>
        </p:nvSpPr>
        <p:spPr>
          <a:xfrm>
            <a:off x="1021400" y="405325"/>
            <a:ext cx="6079800" cy="8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Account and Settings</a:t>
            </a:r>
            <a:endParaRPr b="0" i="0" sz="30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21" name="Google Shape;221;g3cdd6918556_0_6" title="skol_accounts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19475" y="1264525"/>
            <a:ext cx="3244443" cy="5288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g3cd5945c579_0_79"/>
          <p:cNvPicPr preferRelativeResize="0"/>
          <p:nvPr/>
        </p:nvPicPr>
        <p:blipFill rotWithShape="1">
          <a:blip r:embed="rId4">
            <a:alphaModFix/>
          </a:blip>
          <a:srcRect b="0" l="3614" r="0" t="0"/>
          <a:stretch/>
        </p:blipFill>
        <p:spPr>
          <a:xfrm>
            <a:off x="0" y="2669685"/>
            <a:ext cx="4037011" cy="41883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g3cd5945c579_0_79"/>
          <p:cNvPicPr preferRelativeResize="0"/>
          <p:nvPr/>
        </p:nvPicPr>
        <p:blipFill rotWithShape="1">
          <a:blip r:embed="rId5">
            <a:alphaModFix/>
          </a:blip>
          <a:srcRect b="0" l="35642" r="0" t="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3cd5945c579_0_79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>
            <a:gsLst>
              <a:gs pos="0">
                <a:srgbClr val="4CB9C3">
                  <a:alpha val="6274"/>
                </a:srgbClr>
              </a:gs>
              <a:gs pos="36000">
                <a:srgbClr val="4CB9C3">
                  <a:alpha val="5490"/>
                </a:srgbClr>
              </a:gs>
              <a:gs pos="69000">
                <a:srgbClr val="4CB9C3">
                  <a:alpha val="0"/>
                </a:srgbClr>
              </a:gs>
              <a:gs pos="100000">
                <a:srgbClr val="4CB9C3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30" name="Google Shape;230;g3cd5945c579_0_79"/>
          <p:cNvPicPr preferRelativeResize="0"/>
          <p:nvPr/>
        </p:nvPicPr>
        <p:blipFill rotWithShape="1">
          <a:blip r:embed="rId6">
            <a:alphaModFix/>
          </a:blip>
          <a:srcRect b="0" l="0" r="0" t="28810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g3cd5945c579_0_79"/>
          <p:cNvPicPr preferRelativeResize="0"/>
          <p:nvPr/>
        </p:nvPicPr>
        <p:blipFill rotWithShape="1">
          <a:blip r:embed="rId7">
            <a:alphaModFix/>
          </a:blip>
          <a:srcRect b="23319" l="0" r="0" t="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g3cd5945c579_0_7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313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3" name="Google Shape;233;g3cd5945c579_0_79"/>
          <p:cNvSpPr/>
          <p:nvPr/>
        </p:nvSpPr>
        <p:spPr>
          <a:xfrm>
            <a:off x="0" y="-81050"/>
            <a:ext cx="12192000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4" name="Google Shape;234;g3cd5945c579_0_79"/>
          <p:cNvSpPr txBox="1"/>
          <p:nvPr>
            <p:ph type="ctrTitle"/>
          </p:nvPr>
        </p:nvSpPr>
        <p:spPr>
          <a:xfrm>
            <a:off x="648925" y="629275"/>
            <a:ext cx="11202600" cy="14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BEB"/>
              </a:buClr>
              <a:buSzPct val="67741"/>
              <a:buFont typeface="Century Gothic"/>
              <a:buNone/>
            </a:pPr>
            <a:r>
              <a:rPr lang="en-US" sz="5580"/>
              <a:t>Acknowlegements</a:t>
            </a:r>
            <a:endParaRPr sz="528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EBEB"/>
              </a:buClr>
              <a:buSzPct val="58333"/>
              <a:buFont typeface="Century Gothic"/>
              <a:buNone/>
            </a:pPr>
            <a:r>
              <a:t/>
            </a:r>
            <a:endParaRPr sz="6480"/>
          </a:p>
        </p:txBody>
      </p:sp>
      <p:sp>
        <p:nvSpPr>
          <p:cNvPr id="235" name="Google Shape;235;g3cd5945c579_0_79"/>
          <p:cNvSpPr txBox="1"/>
          <p:nvPr>
            <p:ph idx="1" type="subTitle"/>
          </p:nvPr>
        </p:nvSpPr>
        <p:spPr>
          <a:xfrm>
            <a:off x="648925" y="3527400"/>
            <a:ext cx="6188100" cy="26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Dr. Gregory Block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Christopher Murphy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Jennifer Balasi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Shintaro Osuga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David Caspers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Padmaja Kurumaddali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➢"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Patrick Le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g3cd5945c579_0_79"/>
          <p:cNvSpPr/>
          <p:nvPr/>
        </p:nvSpPr>
        <p:spPr>
          <a:xfrm>
            <a:off x="7015974" y="-1"/>
            <a:ext cx="559472" cy="3709642"/>
          </a:xfrm>
          <a:custGeom>
            <a:rect b="b" l="l" r="r" t="t"/>
            <a:pathLst>
              <a:path extrusionOk="0" h="3709642" w="55947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lt1">
              <a:alpha val="20000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37" name="Google Shape;237;g3cd5945c579_0_79"/>
          <p:cNvPicPr preferRelativeResize="0"/>
          <p:nvPr/>
        </p:nvPicPr>
        <p:blipFill rotWithShape="1">
          <a:blip r:embed="rId8">
            <a:alphaModFix/>
          </a:blip>
          <a:srcRect b="0" l="27006" r="32286" t="0"/>
          <a:stretch/>
        </p:blipFill>
        <p:spPr>
          <a:xfrm>
            <a:off x="7229175" y="1"/>
            <a:ext cx="4963245" cy="6858001"/>
          </a:xfrm>
          <a:custGeom>
            <a:rect b="b" l="l" r="r" t="t"/>
            <a:pathLst>
              <a:path extrusionOk="0" h="6858001" w="4963245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on">
  <a:themeElements>
    <a:clrScheme name="Ion">
      <a:dk1>
        <a:srgbClr val="000000"/>
      </a:dk1>
      <a:lt1>
        <a:srgbClr val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2025-02-17T19:00:16Z</dcterms:created>
  <dc:creator>David Caspers</dc:creator>
</cp:coreProperties>
</file>